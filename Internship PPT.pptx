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" charset="1" panose="00000000000000000000"/>
      <p:regular r:id="rId16"/>
    </p:embeddedFont>
    <p:embeddedFont>
      <p:font typeface="Inter" charset="1" panose="02000503000000020004"/>
      <p:regular r:id="rId17"/>
    </p:embeddedFont>
    <p:embeddedFont>
      <p:font typeface="Inter 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760962"/>
            <a:ext cx="6579460" cy="8772982"/>
            <a:chOff x="0" y="0"/>
            <a:chExt cx="8772614" cy="1169731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2267102"/>
            <a:ext cx="9452677" cy="179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Frontend Web Development Internship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4408818"/>
            <a:ext cx="103677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5-Week Internship Training &amp; Project Presentation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5258191"/>
            <a:ext cx="2807084" cy="431044"/>
            <a:chOff x="0" y="0"/>
            <a:chExt cx="3742779" cy="574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42690" cy="574549"/>
            </a:xfrm>
            <a:custGeom>
              <a:avLst/>
              <a:gdLst/>
              <a:ahLst/>
              <a:cxnLst/>
              <a:rect r="r" b="b" t="t" l="l"/>
              <a:pathLst>
                <a:path h="574549" w="374269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697351" y="0"/>
                  </a:lnTo>
                  <a:cubicBezTo>
                    <a:pt x="3722370" y="0"/>
                    <a:pt x="3742690" y="20320"/>
                    <a:pt x="3742690" y="45339"/>
                  </a:cubicBezTo>
                  <a:lnTo>
                    <a:pt x="3742690" y="529209"/>
                  </a:lnTo>
                  <a:cubicBezTo>
                    <a:pt x="3742690" y="554228"/>
                    <a:pt x="3722370" y="574548"/>
                    <a:pt x="3697351" y="574548"/>
                  </a:cubicBezTo>
                  <a:lnTo>
                    <a:pt x="45339" y="574548"/>
                  </a:lnTo>
                  <a:cubicBezTo>
                    <a:pt x="20320" y="574675"/>
                    <a:pt x="0" y="554355"/>
                    <a:pt x="0" y="529336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3231" y="5352755"/>
            <a:ext cx="3381699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ABHAY PRATAP SINGH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937102" y="5253418"/>
            <a:ext cx="3556854" cy="440579"/>
            <a:chOff x="0" y="0"/>
            <a:chExt cx="4742472" cy="5874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42434" cy="587375"/>
            </a:xfrm>
            <a:custGeom>
              <a:avLst/>
              <a:gdLst/>
              <a:ahLst/>
              <a:cxnLst/>
              <a:rect r="r" b="b" t="t" l="l"/>
              <a:pathLst>
                <a:path h="587375" w="4742434">
                  <a:moveTo>
                    <a:pt x="0" y="46355"/>
                  </a:moveTo>
                  <a:cubicBezTo>
                    <a:pt x="0" y="20828"/>
                    <a:pt x="20828" y="0"/>
                    <a:pt x="46355" y="0"/>
                  </a:cubicBezTo>
                  <a:lnTo>
                    <a:pt x="4696079" y="0"/>
                  </a:lnTo>
                  <a:cubicBezTo>
                    <a:pt x="4721733" y="0"/>
                    <a:pt x="4742434" y="20828"/>
                    <a:pt x="4742434" y="46355"/>
                  </a:cubicBezTo>
                  <a:lnTo>
                    <a:pt x="4742434" y="541020"/>
                  </a:lnTo>
                  <a:cubicBezTo>
                    <a:pt x="4742434" y="566674"/>
                    <a:pt x="4721606" y="587375"/>
                    <a:pt x="4696079" y="587375"/>
                  </a:cubicBezTo>
                  <a:lnTo>
                    <a:pt x="46355" y="587375"/>
                  </a:lnTo>
                  <a:cubicBezTo>
                    <a:pt x="20828" y="587375"/>
                    <a:pt x="0" y="566674"/>
                    <a:pt x="0" y="54102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317" r="0" b="-107327"/>
              </a:stretch>
            </a:blipFill>
            <a:ln w="9532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112104" y="5352755"/>
            <a:ext cx="4121934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B.TECH – CS / DATA SCIENCE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5932218"/>
            <a:ext cx="9452677" cy="207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CS-23411052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IILM UNIVERSITY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26227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490" y="723271"/>
            <a:ext cx="6636201" cy="8848496"/>
            <a:chOff x="0" y="0"/>
            <a:chExt cx="8848268" cy="1179799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48217" cy="11798046"/>
            </a:xfrm>
            <a:custGeom>
              <a:avLst/>
              <a:gdLst/>
              <a:ahLst/>
              <a:cxnLst/>
              <a:rect r="r" b="b" t="t" l="l"/>
              <a:pathLst>
                <a:path h="11798046" w="8848217">
                  <a:moveTo>
                    <a:pt x="0" y="0"/>
                  </a:moveTo>
                  <a:lnTo>
                    <a:pt x="8848217" y="0"/>
                  </a:lnTo>
                  <a:lnTo>
                    <a:pt x="8848217" y="11798046"/>
                  </a:lnTo>
                  <a:lnTo>
                    <a:pt x="0" y="1179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" t="0" r="-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431979"/>
            <a:ext cx="9452677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Internship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2604611"/>
            <a:ext cx="4449461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Learning Path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6182" y="3182493"/>
            <a:ext cx="1134932" cy="1361951"/>
            <a:chOff x="0" y="0"/>
            <a:chExt cx="1513243" cy="181593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13205" cy="1815973"/>
            </a:xfrm>
            <a:custGeom>
              <a:avLst/>
              <a:gdLst/>
              <a:ahLst/>
              <a:cxnLst/>
              <a:rect r="r" b="b" t="t" l="l"/>
              <a:pathLst>
                <a:path h="1815973" w="1513205">
                  <a:moveTo>
                    <a:pt x="0" y="0"/>
                  </a:moveTo>
                  <a:lnTo>
                    <a:pt x="1513205" y="0"/>
                  </a:lnTo>
                  <a:lnTo>
                    <a:pt x="1513205" y="1815973"/>
                  </a:lnTo>
                  <a:lnTo>
                    <a:pt x="0" y="1815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0" t="0" r="-353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72670" y="3390433"/>
            <a:ext cx="3132973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HTML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56182" y="4544444"/>
            <a:ext cx="1134932" cy="1361951"/>
            <a:chOff x="0" y="0"/>
            <a:chExt cx="1513243" cy="181593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13205" cy="1815973"/>
            </a:xfrm>
            <a:custGeom>
              <a:avLst/>
              <a:gdLst/>
              <a:ahLst/>
              <a:cxnLst/>
              <a:rect r="r" b="b" t="t" l="l"/>
              <a:pathLst>
                <a:path h="1815973" w="1513205">
                  <a:moveTo>
                    <a:pt x="0" y="0"/>
                  </a:moveTo>
                  <a:lnTo>
                    <a:pt x="1513205" y="0"/>
                  </a:lnTo>
                  <a:lnTo>
                    <a:pt x="1513205" y="1815973"/>
                  </a:lnTo>
                  <a:lnTo>
                    <a:pt x="0" y="1815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0" t="0" r="-353" b="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172670" y="4752384"/>
            <a:ext cx="3132973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CSS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6182" y="5906395"/>
            <a:ext cx="1134932" cy="1361951"/>
            <a:chOff x="0" y="0"/>
            <a:chExt cx="1513243" cy="181593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13205" cy="1815973"/>
            </a:xfrm>
            <a:custGeom>
              <a:avLst/>
              <a:gdLst/>
              <a:ahLst/>
              <a:cxnLst/>
              <a:rect r="r" b="b" t="t" l="l"/>
              <a:pathLst>
                <a:path h="1815973" w="1513205">
                  <a:moveTo>
                    <a:pt x="0" y="0"/>
                  </a:moveTo>
                  <a:lnTo>
                    <a:pt x="1513205" y="0"/>
                  </a:lnTo>
                  <a:lnTo>
                    <a:pt x="1513205" y="1815973"/>
                  </a:lnTo>
                  <a:lnTo>
                    <a:pt x="0" y="1815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0" t="0" r="-353" b="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72670" y="6114336"/>
            <a:ext cx="3132973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JavaScript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6182" y="7268347"/>
            <a:ext cx="1134932" cy="1361951"/>
            <a:chOff x="0" y="0"/>
            <a:chExt cx="1513243" cy="1815935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513205" cy="1815973"/>
            </a:xfrm>
            <a:custGeom>
              <a:avLst/>
              <a:gdLst/>
              <a:ahLst/>
              <a:cxnLst/>
              <a:rect r="r" b="b" t="t" l="l"/>
              <a:pathLst>
                <a:path h="1815973" w="1513205">
                  <a:moveTo>
                    <a:pt x="0" y="0"/>
                  </a:moveTo>
                  <a:lnTo>
                    <a:pt x="1513205" y="0"/>
                  </a:lnTo>
                  <a:lnTo>
                    <a:pt x="1513205" y="1815973"/>
                  </a:lnTo>
                  <a:lnTo>
                    <a:pt x="0" y="1815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0" t="0" r="-353" b="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172670" y="7476287"/>
            <a:ext cx="3132973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SPA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8932" y="2604611"/>
            <a:ext cx="4449461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Focus Areas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68932" y="3121762"/>
            <a:ext cx="4449461" cy="323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Static webpage development with semantic HTML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Responsive web design with Flexbox &amp; CSS Grid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JavaScript interactivity &amp; DOM manipulation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Performance optimization &amp; accessibility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Single Page Application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986191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Technologies &amp; Tools Used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45938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664" r="0" b="-866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4513774"/>
            <a:ext cx="7980540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HTML5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5060594"/>
            <a:ext cx="798054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Semantic markup &amp; structure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8156" y="345938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664" r="0" b="-226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8156" y="4513774"/>
            <a:ext cx="7980693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CSS3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8156" y="5060594"/>
            <a:ext cx="798069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Flexbox, Grid, Media Queries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3330" r="0" b="-7333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991" y="7212644"/>
            <a:ext cx="7980540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JavaScript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7759475"/>
            <a:ext cx="798054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DOM, Events, Local Storage, History API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8156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334" t="0" r="-333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8156" y="7212644"/>
            <a:ext cx="7980693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Dev Tools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8156" y="7759475"/>
            <a:ext cx="798069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VS Code, Chrome DevTools, Lighthouse, Git/GitHub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8267"/>
            <a:ext cx="16315868" cy="66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978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Weeks 1–2: Static &amp; Responsive Web Development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1410" y="3426914"/>
            <a:ext cx="4307367" cy="4307472"/>
            <a:chOff x="0" y="0"/>
            <a:chExt cx="5743156" cy="574329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743194" cy="5743321"/>
            </a:xfrm>
            <a:custGeom>
              <a:avLst/>
              <a:gdLst/>
              <a:ahLst/>
              <a:cxnLst/>
              <a:rect r="r" b="b" t="t" l="l"/>
              <a:pathLst>
                <a:path h="5743321" w="5743194">
                  <a:moveTo>
                    <a:pt x="0" y="0"/>
                  </a:moveTo>
                  <a:lnTo>
                    <a:pt x="5743194" y="0"/>
                  </a:lnTo>
                  <a:lnTo>
                    <a:pt x="5743194" y="5743321"/>
                  </a:lnTo>
                  <a:lnTo>
                    <a:pt x="0" y="5743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888661" y="1802978"/>
            <a:ext cx="10429580" cy="32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 1 — Wireframe to Static Webpage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661" y="2244909"/>
            <a:ext cx="10429580" cy="131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Analyzed wireframe and design specifications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Created semantic HTML structure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Recreated layout using CSS Flexbox &amp; Grid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Organized HTML/CSS for maintainability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661" y="3713931"/>
            <a:ext cx="10429580" cy="32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 2 — Responsive Web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8661" y="4155872"/>
            <a:ext cx="10429580" cy="131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Flexible grids &amp; CSS media queries for breakpoints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Responsive units: rem, em, %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Adapted typography, spacing, nav &amp; cards</a:t>
            </a:r>
          </a:p>
          <a:p>
            <a:pPr algn="l" marL="285480" indent="-142740" lvl="1">
              <a:lnSpc>
                <a:spcPts val="2175"/>
              </a:lnSpc>
              <a:buFont typeface="Arial"/>
              <a:buChar char="•"/>
            </a:pPr>
            <a:r>
              <a:rPr lang="en-US" sz="157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Tested across desktop, tablet &amp; mobile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89466" y="5643505"/>
            <a:ext cx="6227959" cy="3696357"/>
            <a:chOff x="0" y="0"/>
            <a:chExt cx="8303946" cy="492847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303895" cy="4928489"/>
            </a:xfrm>
            <a:custGeom>
              <a:avLst/>
              <a:gdLst/>
              <a:ahLst/>
              <a:cxnLst/>
              <a:rect r="r" b="b" t="t" l="l"/>
              <a:pathLst>
                <a:path h="4928489" w="8303895">
                  <a:moveTo>
                    <a:pt x="0" y="0"/>
                  </a:moveTo>
                  <a:lnTo>
                    <a:pt x="8303895" y="0"/>
                  </a:lnTo>
                  <a:lnTo>
                    <a:pt x="8303895" y="4928489"/>
                  </a:lnTo>
                  <a:lnTo>
                    <a:pt x="0" y="492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24208" y="8323831"/>
            <a:ext cx="1548108" cy="60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Responsive 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3164" y="8472945"/>
            <a:ext cx="1548108" cy="30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Static Site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0316" y="8472945"/>
            <a:ext cx="1548108" cy="30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Wireframe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786595"/>
            <a:ext cx="16315868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 3: JavaScript Interactivity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58358" y="3986946"/>
            <a:ext cx="7304951" cy="3150175"/>
            <a:chOff x="0" y="0"/>
            <a:chExt cx="9739935" cy="420023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739884" cy="4200271"/>
            </a:xfrm>
            <a:custGeom>
              <a:avLst/>
              <a:gdLst/>
              <a:ahLst/>
              <a:cxnLst/>
              <a:rect r="r" b="b" t="t" l="l"/>
              <a:pathLst>
                <a:path h="4200271" w="9739884">
                  <a:moveTo>
                    <a:pt x="0" y="0"/>
                  </a:moveTo>
                  <a:lnTo>
                    <a:pt x="9739884" y="0"/>
                  </a:lnTo>
                  <a:lnTo>
                    <a:pt x="9739884" y="4200271"/>
                  </a:lnTo>
                  <a:lnTo>
                    <a:pt x="0" y="420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" r="0" b="-3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49867" y="6530207"/>
            <a:ext cx="1657264" cy="21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2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UI Update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49867" y="5800992"/>
            <a:ext cx="1657264" cy="21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2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DOM Manipulation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49867" y="5079140"/>
            <a:ext cx="1657264" cy="21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2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JS Event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49867" y="4349925"/>
            <a:ext cx="1657264" cy="21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2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 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2557" y="2764260"/>
            <a:ext cx="5395674" cy="3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Interactive Features Implemented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1922557" y="3230899"/>
            <a:ext cx="5395674" cy="1173680"/>
          </a:xfrm>
          <a:custGeom>
            <a:avLst/>
            <a:gdLst/>
            <a:ahLst/>
            <a:cxnLst/>
            <a:rect r="r" b="b" t="t" l="l"/>
            <a:pathLst>
              <a:path h="1173680" w="5395674">
                <a:moveTo>
                  <a:pt x="0" y="0"/>
                </a:moveTo>
                <a:lnTo>
                  <a:pt x="5395674" y="0"/>
                </a:lnTo>
                <a:lnTo>
                  <a:pt x="5395674" y="1173680"/>
                </a:lnTo>
                <a:lnTo>
                  <a:pt x="0" y="117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264076" y="3458042"/>
            <a:ext cx="4827022" cy="3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DOM &amp; Events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64076" y="3878685"/>
            <a:ext cx="4827022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Dynamic content rendering &amp; event listeners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1922557" y="4543549"/>
            <a:ext cx="5395674" cy="1173680"/>
          </a:xfrm>
          <a:custGeom>
            <a:avLst/>
            <a:gdLst/>
            <a:ahLst/>
            <a:cxnLst/>
            <a:rect r="r" b="b" t="t" l="l"/>
            <a:pathLst>
              <a:path h="1173680" w="5395674">
                <a:moveTo>
                  <a:pt x="0" y="0"/>
                </a:moveTo>
                <a:lnTo>
                  <a:pt x="5395674" y="0"/>
                </a:lnTo>
                <a:lnTo>
                  <a:pt x="5395674" y="1173680"/>
                </a:lnTo>
                <a:lnTo>
                  <a:pt x="0" y="117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264076" y="4770692"/>
            <a:ext cx="4827022" cy="3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Forms &amp; Nav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64076" y="5191335"/>
            <a:ext cx="4827022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Real-time form validation &amp; mobile menu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1922557" y="5856199"/>
            <a:ext cx="5395674" cy="1173680"/>
          </a:xfrm>
          <a:custGeom>
            <a:avLst/>
            <a:gdLst/>
            <a:ahLst/>
            <a:cxnLst/>
            <a:rect r="r" b="b" t="t" l="l"/>
            <a:pathLst>
              <a:path h="1173680" w="5395674">
                <a:moveTo>
                  <a:pt x="0" y="0"/>
                </a:moveTo>
                <a:lnTo>
                  <a:pt x="5395674" y="0"/>
                </a:lnTo>
                <a:lnTo>
                  <a:pt x="5395674" y="1173680"/>
                </a:lnTo>
                <a:lnTo>
                  <a:pt x="0" y="117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264076" y="6083341"/>
            <a:ext cx="4827022" cy="3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Theme Toggle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4076" y="6503984"/>
            <a:ext cx="4827022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Light/Dark mode with Local Storage persistence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11922557" y="7168848"/>
            <a:ext cx="5395674" cy="1173680"/>
          </a:xfrm>
          <a:custGeom>
            <a:avLst/>
            <a:gdLst/>
            <a:ahLst/>
            <a:cxnLst/>
            <a:rect r="r" b="b" t="t" l="l"/>
            <a:pathLst>
              <a:path h="1173680" w="5395674">
                <a:moveTo>
                  <a:pt x="0" y="0"/>
                </a:moveTo>
                <a:lnTo>
                  <a:pt x="5395674" y="0"/>
                </a:lnTo>
                <a:lnTo>
                  <a:pt x="5395674" y="1173680"/>
                </a:lnTo>
                <a:lnTo>
                  <a:pt x="0" y="117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264076" y="7395991"/>
            <a:ext cx="4827022" cy="3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Animations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4076" y="7816625"/>
            <a:ext cx="4827022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Smooth UI transitions &amp; no-reload updates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2139" y="723271"/>
            <a:ext cx="6636201" cy="8848496"/>
            <a:chOff x="0" y="0"/>
            <a:chExt cx="8848268" cy="1179799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48217" cy="11798046"/>
            </a:xfrm>
            <a:custGeom>
              <a:avLst/>
              <a:gdLst/>
              <a:ahLst/>
              <a:cxnLst/>
              <a:rect r="r" b="b" t="t" l="l"/>
              <a:pathLst>
                <a:path h="11798046" w="8848217">
                  <a:moveTo>
                    <a:pt x="0" y="0"/>
                  </a:moveTo>
                  <a:lnTo>
                    <a:pt x="8848217" y="0"/>
                  </a:lnTo>
                  <a:lnTo>
                    <a:pt x="8848217" y="11798046"/>
                  </a:lnTo>
                  <a:lnTo>
                    <a:pt x="0" y="1179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2480548"/>
            <a:ext cx="9452677" cy="14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 4: Performance &amp; Accessibility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4362450"/>
            <a:ext cx="4449461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⚡</a:t>
            </a: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 Performance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4879600"/>
            <a:ext cx="4449461" cy="284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Optimized CSS &amp; removed redundancy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Improved image loading &amp; compression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Reduced unnecessary JavaScript operations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Lighthouse audits for performance scoring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5741" y="4362450"/>
            <a:ext cx="4449461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♿</a:t>
            </a: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 Accessibility 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5741" y="4879600"/>
            <a:ext cx="4449461" cy="257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Semantic HTML &amp; proper heading hierarchy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Alt text for all images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Form labels &amp; keyboard navigation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Visible focus states &amp; ARIA attributes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Skip-to-content &amp; reduced-motion support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48451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Week 5: Single Page Application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282896"/>
            <a:ext cx="535054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Application Views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3710073"/>
            <a:ext cx="535054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Core SPA Functionality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227224"/>
            <a:ext cx="5350545" cy="186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Dynamic rendering without page reload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Client-side routing with URL changes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Browser Back/Forward navigation via History API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State management &amp; custom 404 handling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47927" y="2762774"/>
            <a:ext cx="8329070" cy="3748040"/>
            <a:chOff x="0" y="0"/>
            <a:chExt cx="11105426" cy="499738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105388" cy="4997323"/>
            </a:xfrm>
            <a:custGeom>
              <a:avLst/>
              <a:gdLst/>
              <a:ahLst/>
              <a:cxnLst/>
              <a:rect r="r" b="b" t="t" l="l"/>
              <a:pathLst>
                <a:path h="4997323" w="11105388">
                  <a:moveTo>
                    <a:pt x="0" y="0"/>
                  </a:moveTo>
                  <a:lnTo>
                    <a:pt x="11105388" y="0"/>
                  </a:lnTo>
                  <a:lnTo>
                    <a:pt x="11105388" y="4997323"/>
                  </a:lnTo>
                  <a:lnTo>
                    <a:pt x="0" y="4997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9" r="0" b="-9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02645" y="2936462"/>
            <a:ext cx="1457535" cy="22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User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2645" y="3225765"/>
            <a:ext cx="1457535" cy="32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"/>
              </a:lnSpc>
            </a:pPr>
            <a:r>
              <a:rPr lang="en-US" sz="1125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Initiates interaction or navigation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4159" y="5747490"/>
            <a:ext cx="1465545" cy="22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Router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44159" y="6036802"/>
            <a:ext cx="1465545" cy="32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"/>
              </a:lnSpc>
            </a:pPr>
            <a:r>
              <a:rPr lang="en-US" sz="1125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Matches URL and selects route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69661" y="2908430"/>
            <a:ext cx="1457535" cy="2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State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9661" y="3197743"/>
            <a:ext cx="1457535" cy="32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"/>
              </a:lnSpc>
            </a:pPr>
            <a:r>
              <a:rPr lang="en-US" sz="1125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Updates application state store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11184" y="5747490"/>
            <a:ext cx="1457535" cy="22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DOM Rendering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11184" y="6036802"/>
            <a:ext cx="1457535" cy="32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"/>
              </a:lnSpc>
            </a:pPr>
            <a:r>
              <a:rPr lang="en-US" sz="1125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Virtual DOM diff and patch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6919217"/>
            <a:ext cx="3942759" cy="808625"/>
            <a:chOff x="0" y="0"/>
            <a:chExt cx="5257013" cy="10781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56911" cy="1078103"/>
            </a:xfrm>
            <a:custGeom>
              <a:avLst/>
              <a:gdLst/>
              <a:ahLst/>
              <a:cxnLst/>
              <a:rect r="r" b="b" t="t" l="l"/>
              <a:pathLst>
                <a:path h="1078103" w="525691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11572" y="0"/>
                  </a:lnTo>
                  <a:cubicBezTo>
                    <a:pt x="5236591" y="0"/>
                    <a:pt x="5256911" y="20320"/>
                    <a:pt x="5256911" y="45339"/>
                  </a:cubicBezTo>
                  <a:lnTo>
                    <a:pt x="5256911" y="1032764"/>
                  </a:lnTo>
                  <a:cubicBezTo>
                    <a:pt x="5256911" y="1057783"/>
                    <a:pt x="5236591" y="1078103"/>
                    <a:pt x="5211572" y="1078103"/>
                  </a:cubicBezTo>
                  <a:lnTo>
                    <a:pt x="45339" y="1078103"/>
                  </a:lnTo>
                  <a:cubicBezTo>
                    <a:pt x="20320" y="1078103"/>
                    <a:pt x="0" y="1057783"/>
                    <a:pt x="0" y="103276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9972" y="7127157"/>
            <a:ext cx="348878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17306" y="6919217"/>
            <a:ext cx="3942759" cy="808625"/>
            <a:chOff x="0" y="0"/>
            <a:chExt cx="5257013" cy="10781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56911" cy="1078103"/>
            </a:xfrm>
            <a:custGeom>
              <a:avLst/>
              <a:gdLst/>
              <a:ahLst/>
              <a:cxnLst/>
              <a:rect r="r" b="b" t="t" l="l"/>
              <a:pathLst>
                <a:path h="1078103" w="525691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11572" y="0"/>
                  </a:lnTo>
                  <a:cubicBezTo>
                    <a:pt x="5236591" y="0"/>
                    <a:pt x="5256911" y="20320"/>
                    <a:pt x="5256911" y="45339"/>
                  </a:cubicBezTo>
                  <a:lnTo>
                    <a:pt x="5256911" y="1032764"/>
                  </a:lnTo>
                  <a:cubicBezTo>
                    <a:pt x="5256911" y="1057783"/>
                    <a:pt x="5236591" y="1078103"/>
                    <a:pt x="5211572" y="1078103"/>
                  </a:cubicBezTo>
                  <a:lnTo>
                    <a:pt x="45339" y="1078103"/>
                  </a:lnTo>
                  <a:cubicBezTo>
                    <a:pt x="20320" y="1078103"/>
                    <a:pt x="0" y="1057783"/>
                    <a:pt x="0" y="103276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344297" y="7127157"/>
            <a:ext cx="348878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Dashboard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41622" y="6919217"/>
            <a:ext cx="3942759" cy="808625"/>
            <a:chOff x="0" y="0"/>
            <a:chExt cx="5257013" cy="10781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56911" cy="1078103"/>
            </a:xfrm>
            <a:custGeom>
              <a:avLst/>
              <a:gdLst/>
              <a:ahLst/>
              <a:cxnLst/>
              <a:rect r="r" b="b" t="t" l="l"/>
              <a:pathLst>
                <a:path h="1078103" w="525691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11572" y="0"/>
                  </a:lnTo>
                  <a:cubicBezTo>
                    <a:pt x="5236591" y="0"/>
                    <a:pt x="5256911" y="20320"/>
                    <a:pt x="5256911" y="45339"/>
                  </a:cubicBezTo>
                  <a:lnTo>
                    <a:pt x="5256911" y="1032764"/>
                  </a:lnTo>
                  <a:cubicBezTo>
                    <a:pt x="5256911" y="1057783"/>
                    <a:pt x="5236591" y="1078103"/>
                    <a:pt x="5211572" y="1078103"/>
                  </a:cubicBezTo>
                  <a:lnTo>
                    <a:pt x="45339" y="1078103"/>
                  </a:lnTo>
                  <a:cubicBezTo>
                    <a:pt x="20320" y="1078103"/>
                    <a:pt x="0" y="1057783"/>
                    <a:pt x="0" y="103276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68612" y="7127157"/>
            <a:ext cx="348878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Courses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365947" y="6919217"/>
            <a:ext cx="3942912" cy="808625"/>
            <a:chOff x="0" y="0"/>
            <a:chExt cx="5257216" cy="1078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57038" cy="1078103"/>
            </a:xfrm>
            <a:custGeom>
              <a:avLst/>
              <a:gdLst/>
              <a:ahLst/>
              <a:cxnLst/>
              <a:rect r="r" b="b" t="t" l="l"/>
              <a:pathLst>
                <a:path h="1078103" w="52570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11699" y="0"/>
                  </a:lnTo>
                  <a:cubicBezTo>
                    <a:pt x="5236718" y="0"/>
                    <a:pt x="5257038" y="20320"/>
                    <a:pt x="5257038" y="45339"/>
                  </a:cubicBezTo>
                  <a:lnTo>
                    <a:pt x="5257038" y="1032764"/>
                  </a:lnTo>
                  <a:cubicBezTo>
                    <a:pt x="5257038" y="1057783"/>
                    <a:pt x="5236718" y="1078103"/>
                    <a:pt x="5211699" y="1078103"/>
                  </a:cubicBezTo>
                  <a:lnTo>
                    <a:pt x="45339" y="1078103"/>
                  </a:lnTo>
                  <a:cubicBezTo>
                    <a:pt x="20320" y="1078103"/>
                    <a:pt x="0" y="1057783"/>
                    <a:pt x="0" y="103276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592927" y="7127157"/>
            <a:ext cx="3488941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Profile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991" y="7909398"/>
            <a:ext cx="16315868" cy="808625"/>
            <a:chOff x="0" y="0"/>
            <a:chExt cx="21754490" cy="10781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54339" cy="1078103"/>
            </a:xfrm>
            <a:custGeom>
              <a:avLst/>
              <a:gdLst/>
              <a:ahLst/>
              <a:cxnLst/>
              <a:rect r="r" b="b" t="t" l="l"/>
              <a:pathLst>
                <a:path h="1078103" w="2175433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1708999" y="0"/>
                  </a:lnTo>
                  <a:cubicBezTo>
                    <a:pt x="21734019" y="0"/>
                    <a:pt x="21754339" y="20320"/>
                    <a:pt x="21754339" y="45339"/>
                  </a:cubicBezTo>
                  <a:lnTo>
                    <a:pt x="21754339" y="1032764"/>
                  </a:lnTo>
                  <a:cubicBezTo>
                    <a:pt x="21754339" y="1057783"/>
                    <a:pt x="21734019" y="1078103"/>
                    <a:pt x="21708999" y="1078103"/>
                  </a:cubicBezTo>
                  <a:lnTo>
                    <a:pt x="45339" y="1078103"/>
                  </a:lnTo>
                  <a:cubicBezTo>
                    <a:pt x="20320" y="1078103"/>
                    <a:pt x="0" y="1057783"/>
                    <a:pt x="0" y="103276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19972" y="8117338"/>
            <a:ext cx="15861897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About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30841" y="694830"/>
            <a:ext cx="6678654" cy="8905246"/>
            <a:chOff x="0" y="0"/>
            <a:chExt cx="8904872" cy="1187366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904859" cy="11873611"/>
            </a:xfrm>
            <a:custGeom>
              <a:avLst/>
              <a:gdLst/>
              <a:ahLst/>
              <a:cxnLst/>
              <a:rect r="r" b="b" t="t" l="l"/>
              <a:pathLst>
                <a:path h="11873611" w="8904859">
                  <a:moveTo>
                    <a:pt x="0" y="0"/>
                  </a:moveTo>
                  <a:lnTo>
                    <a:pt x="8904859" y="0"/>
                  </a:lnTo>
                  <a:lnTo>
                    <a:pt x="8904859" y="11873611"/>
                  </a:lnTo>
                  <a:lnTo>
                    <a:pt x="0" y="1187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1290018"/>
            <a:ext cx="9452677" cy="58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Final Project: Student Dashboard SPA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2055733"/>
            <a:ext cx="9452677" cy="1645091"/>
            <a:chOff x="0" y="0"/>
            <a:chExt cx="12603569" cy="21934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03607" cy="2193544"/>
            </a:xfrm>
            <a:custGeom>
              <a:avLst/>
              <a:gdLst/>
              <a:ahLst/>
              <a:cxnLst/>
              <a:rect r="r" b="b" t="t" l="l"/>
              <a:pathLst>
                <a:path h="2193544" w="12603607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12566650" y="0"/>
                  </a:lnTo>
                  <a:cubicBezTo>
                    <a:pt x="12586970" y="0"/>
                    <a:pt x="12603607" y="16510"/>
                    <a:pt x="12603607" y="36957"/>
                  </a:cubicBezTo>
                  <a:lnTo>
                    <a:pt x="12603607" y="2156587"/>
                  </a:lnTo>
                  <a:cubicBezTo>
                    <a:pt x="12603607" y="2176907"/>
                    <a:pt x="12587097" y="2193544"/>
                    <a:pt x="12566650" y="2193544"/>
                  </a:cubicBezTo>
                  <a:lnTo>
                    <a:pt x="36957" y="2193544"/>
                  </a:lnTo>
                  <a:cubicBezTo>
                    <a:pt x="16637" y="2193544"/>
                    <a:pt x="0" y="2177034"/>
                    <a:pt x="0" y="21565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7376" y="2240128"/>
            <a:ext cx="553164" cy="553183"/>
            <a:chOff x="0" y="0"/>
            <a:chExt cx="737552" cy="7375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329442" y="2392194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48" r="0" b="-185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77376" y="2903534"/>
            <a:ext cx="9083897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Client-Side Routing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7376" y="3254007"/>
            <a:ext cx="9083897" cy="26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Dynamic routing &amp; History API integration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3820573"/>
            <a:ext cx="9452677" cy="1645091"/>
            <a:chOff x="0" y="0"/>
            <a:chExt cx="12603569" cy="21934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3607" cy="2193544"/>
            </a:xfrm>
            <a:custGeom>
              <a:avLst/>
              <a:gdLst/>
              <a:ahLst/>
              <a:cxnLst/>
              <a:rect r="r" b="b" t="t" l="l"/>
              <a:pathLst>
                <a:path h="2193544" w="12603607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12566650" y="0"/>
                  </a:lnTo>
                  <a:cubicBezTo>
                    <a:pt x="12586970" y="0"/>
                    <a:pt x="12603607" y="16510"/>
                    <a:pt x="12603607" y="36957"/>
                  </a:cubicBezTo>
                  <a:lnTo>
                    <a:pt x="12603607" y="2156587"/>
                  </a:lnTo>
                  <a:cubicBezTo>
                    <a:pt x="12603607" y="2176907"/>
                    <a:pt x="12587097" y="2193544"/>
                    <a:pt x="12566650" y="2193544"/>
                  </a:cubicBezTo>
                  <a:lnTo>
                    <a:pt x="36957" y="2193544"/>
                  </a:lnTo>
                  <a:cubicBezTo>
                    <a:pt x="16637" y="2193544"/>
                    <a:pt x="0" y="2177034"/>
                    <a:pt x="0" y="21565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7376" y="4004967"/>
            <a:ext cx="553164" cy="553183"/>
            <a:chOff x="0" y="0"/>
            <a:chExt cx="737552" cy="7375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329442" y="4157043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9"/>
                </a:lnTo>
                <a:lnTo>
                  <a:pt x="0" y="248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704" t="0" r="-3704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77376" y="4668374"/>
            <a:ext cx="9083897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Course Filtering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7376" y="5018846"/>
            <a:ext cx="9083897" cy="26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Filter courses &amp; manage profile data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991" y="5585422"/>
            <a:ext cx="9452677" cy="1645091"/>
            <a:chOff x="0" y="0"/>
            <a:chExt cx="12603569" cy="21934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03607" cy="2193544"/>
            </a:xfrm>
            <a:custGeom>
              <a:avLst/>
              <a:gdLst/>
              <a:ahLst/>
              <a:cxnLst/>
              <a:rect r="r" b="b" t="t" l="l"/>
              <a:pathLst>
                <a:path h="2193544" w="12603607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12566650" y="0"/>
                  </a:lnTo>
                  <a:cubicBezTo>
                    <a:pt x="12586970" y="0"/>
                    <a:pt x="12603607" y="16510"/>
                    <a:pt x="12603607" y="36957"/>
                  </a:cubicBezTo>
                  <a:lnTo>
                    <a:pt x="12603607" y="2156587"/>
                  </a:lnTo>
                  <a:cubicBezTo>
                    <a:pt x="12603607" y="2176907"/>
                    <a:pt x="12587097" y="2193544"/>
                    <a:pt x="12566650" y="2193544"/>
                  </a:cubicBezTo>
                  <a:lnTo>
                    <a:pt x="36957" y="2193544"/>
                  </a:lnTo>
                  <a:cubicBezTo>
                    <a:pt x="16637" y="2193544"/>
                    <a:pt x="0" y="2177034"/>
                    <a:pt x="0" y="21565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7376" y="5769816"/>
            <a:ext cx="553164" cy="553183"/>
            <a:chOff x="0" y="0"/>
            <a:chExt cx="737552" cy="7375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329442" y="5921883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405" r="0" b="-7405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77376" y="6433214"/>
            <a:ext cx="9083897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Theme Switching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376" y="6783695"/>
            <a:ext cx="9083897" cy="26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Light/Dark mode with Local Storage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2991" y="7350262"/>
            <a:ext cx="9452677" cy="1645091"/>
            <a:chOff x="0" y="0"/>
            <a:chExt cx="12603569" cy="21934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03607" cy="2193544"/>
            </a:xfrm>
            <a:custGeom>
              <a:avLst/>
              <a:gdLst/>
              <a:ahLst/>
              <a:cxnLst/>
              <a:rect r="r" b="b" t="t" l="l"/>
              <a:pathLst>
                <a:path h="2193544" w="12603607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12566650" y="0"/>
                  </a:lnTo>
                  <a:cubicBezTo>
                    <a:pt x="12586970" y="0"/>
                    <a:pt x="12603607" y="16510"/>
                    <a:pt x="12603607" y="36957"/>
                  </a:cubicBezTo>
                  <a:lnTo>
                    <a:pt x="12603607" y="2156587"/>
                  </a:lnTo>
                  <a:cubicBezTo>
                    <a:pt x="12603607" y="2176907"/>
                    <a:pt x="12587097" y="2193544"/>
                    <a:pt x="12566650" y="2193544"/>
                  </a:cubicBezTo>
                  <a:lnTo>
                    <a:pt x="36957" y="2193544"/>
                  </a:lnTo>
                  <a:cubicBezTo>
                    <a:pt x="16637" y="2193544"/>
                    <a:pt x="0" y="2177034"/>
                    <a:pt x="0" y="21565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77376" y="7534656"/>
            <a:ext cx="553164" cy="553183"/>
            <a:chOff x="0" y="0"/>
            <a:chExt cx="737552" cy="7375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1329442" y="7686723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5924" r="0" b="-2592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77376" y="8198063"/>
            <a:ext cx="9083897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Responsive Design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7376" y="8548535"/>
            <a:ext cx="9083897" cy="26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Fully responsive mobile navigation &amp; layouts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729416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Skills &amp; Learning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902048"/>
            <a:ext cx="7881052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Technical Skills Gained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479940"/>
            <a:ext cx="510721" cy="510730"/>
            <a:chOff x="0" y="0"/>
            <a:chExt cx="680961" cy="6809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847" cy="680974"/>
            </a:xfrm>
            <a:custGeom>
              <a:avLst/>
              <a:gdLst/>
              <a:ahLst/>
              <a:cxnLst/>
              <a:rect r="r" b="b" t="t" l="l"/>
              <a:pathLst>
                <a:path h="680974" w="680847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35508" y="0"/>
                  </a:lnTo>
                  <a:cubicBezTo>
                    <a:pt x="660527" y="0"/>
                    <a:pt x="680847" y="20320"/>
                    <a:pt x="680847" y="45339"/>
                  </a:cubicBezTo>
                  <a:lnTo>
                    <a:pt x="680847" y="635635"/>
                  </a:lnTo>
                  <a:cubicBezTo>
                    <a:pt x="680847" y="660654"/>
                    <a:pt x="660527" y="680974"/>
                    <a:pt x="635508" y="680974"/>
                  </a:cubicBezTo>
                  <a:lnTo>
                    <a:pt x="45339" y="680974"/>
                  </a:lnTo>
                  <a:cubicBezTo>
                    <a:pt x="20320" y="680974"/>
                    <a:pt x="0" y="660654"/>
                    <a:pt x="0" y="63563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85268" y="3538785"/>
            <a:ext cx="718877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HTML5 &amp; CSS3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5268" y="4055936"/>
            <a:ext cx="7188775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Flexbox, Grid, Media Queries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4783950"/>
            <a:ext cx="510721" cy="510730"/>
            <a:chOff x="0" y="0"/>
            <a:chExt cx="680961" cy="6809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847" cy="680974"/>
            </a:xfrm>
            <a:custGeom>
              <a:avLst/>
              <a:gdLst/>
              <a:ahLst/>
              <a:cxnLst/>
              <a:rect r="r" b="b" t="t" l="l"/>
              <a:pathLst>
                <a:path h="680974" w="680847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35508" y="0"/>
                  </a:lnTo>
                  <a:cubicBezTo>
                    <a:pt x="660527" y="0"/>
                    <a:pt x="680847" y="20320"/>
                    <a:pt x="680847" y="45339"/>
                  </a:cubicBezTo>
                  <a:lnTo>
                    <a:pt x="680847" y="635635"/>
                  </a:lnTo>
                  <a:cubicBezTo>
                    <a:pt x="680847" y="660654"/>
                    <a:pt x="660527" y="680974"/>
                    <a:pt x="635508" y="680974"/>
                  </a:cubicBezTo>
                  <a:lnTo>
                    <a:pt x="45339" y="680974"/>
                  </a:lnTo>
                  <a:cubicBezTo>
                    <a:pt x="20320" y="680974"/>
                    <a:pt x="0" y="660654"/>
                    <a:pt x="0" y="63563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85268" y="4842796"/>
            <a:ext cx="718877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JavaScript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5268" y="5359946"/>
            <a:ext cx="7188775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DOM manipulation &amp; events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991" y="6087961"/>
            <a:ext cx="510721" cy="510730"/>
            <a:chOff x="0" y="0"/>
            <a:chExt cx="680961" cy="6809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0847" cy="680974"/>
            </a:xfrm>
            <a:custGeom>
              <a:avLst/>
              <a:gdLst/>
              <a:ahLst/>
              <a:cxnLst/>
              <a:rect r="r" b="b" t="t" l="l"/>
              <a:pathLst>
                <a:path h="680974" w="680847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35508" y="0"/>
                  </a:lnTo>
                  <a:cubicBezTo>
                    <a:pt x="660527" y="0"/>
                    <a:pt x="680847" y="20320"/>
                    <a:pt x="680847" y="45339"/>
                  </a:cubicBezTo>
                  <a:lnTo>
                    <a:pt x="680847" y="635635"/>
                  </a:lnTo>
                  <a:cubicBezTo>
                    <a:pt x="680847" y="660654"/>
                    <a:pt x="660527" y="680974"/>
                    <a:pt x="635508" y="680974"/>
                  </a:cubicBezTo>
                  <a:lnTo>
                    <a:pt x="45339" y="680974"/>
                  </a:lnTo>
                  <a:cubicBezTo>
                    <a:pt x="20320" y="680974"/>
                    <a:pt x="0" y="660654"/>
                    <a:pt x="0" y="63563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85268" y="6146806"/>
            <a:ext cx="718877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SPA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5268" y="6663957"/>
            <a:ext cx="7188775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Client-side routing &amp; state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7391962"/>
            <a:ext cx="510721" cy="510730"/>
            <a:chOff x="0" y="0"/>
            <a:chExt cx="680961" cy="680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0847" cy="680974"/>
            </a:xfrm>
            <a:custGeom>
              <a:avLst/>
              <a:gdLst/>
              <a:ahLst/>
              <a:cxnLst/>
              <a:rect r="r" b="b" t="t" l="l"/>
              <a:pathLst>
                <a:path h="680974" w="680847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35508" y="0"/>
                  </a:lnTo>
                  <a:cubicBezTo>
                    <a:pt x="660527" y="0"/>
                    <a:pt x="680847" y="20320"/>
                    <a:pt x="680847" y="45339"/>
                  </a:cubicBezTo>
                  <a:lnTo>
                    <a:pt x="680847" y="635635"/>
                  </a:lnTo>
                  <a:cubicBezTo>
                    <a:pt x="680847" y="660654"/>
                    <a:pt x="660527" y="680974"/>
                    <a:pt x="635508" y="680974"/>
                  </a:cubicBezTo>
                  <a:lnTo>
                    <a:pt x="45339" y="680974"/>
                  </a:lnTo>
                  <a:cubicBezTo>
                    <a:pt x="20320" y="680974"/>
                    <a:pt x="0" y="660654"/>
                    <a:pt x="0" y="63563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85268" y="7450817"/>
            <a:ext cx="7188775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Accessibility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5268" y="7967967"/>
            <a:ext cx="7188775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Performance optimization &amp; a11y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7332" y="2902048"/>
            <a:ext cx="7881052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Challenges &amp; Solutions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437332" y="3479940"/>
            <a:ext cx="3849672" cy="1700946"/>
          </a:xfrm>
          <a:custGeom>
            <a:avLst/>
            <a:gdLst/>
            <a:ahLst/>
            <a:cxnLst/>
            <a:rect r="r" b="b" t="t" l="l"/>
            <a:pathLst>
              <a:path h="1700946" w="3849672">
                <a:moveTo>
                  <a:pt x="0" y="0"/>
                </a:moveTo>
                <a:lnTo>
                  <a:pt x="3849672" y="0"/>
                </a:lnTo>
                <a:lnTo>
                  <a:pt x="3849672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94" r="0" b="-294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807302" y="3716474"/>
            <a:ext cx="3224117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Responsive Layouts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07302" y="4233624"/>
            <a:ext cx="3224117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Solved with media queries &amp; flexible units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3468569" y="3479940"/>
            <a:ext cx="3849824" cy="1700946"/>
          </a:xfrm>
          <a:custGeom>
            <a:avLst/>
            <a:gdLst/>
            <a:ahLst/>
            <a:cxnLst/>
            <a:rect r="r" b="b" t="t" l="l"/>
            <a:pathLst>
              <a:path h="1700946" w="3849824">
                <a:moveTo>
                  <a:pt x="0" y="0"/>
                </a:moveTo>
                <a:lnTo>
                  <a:pt x="3849824" y="0"/>
                </a:lnTo>
                <a:lnTo>
                  <a:pt x="3849824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96" r="0" b="-29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838530" y="3716474"/>
            <a:ext cx="3224270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Dynamic 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38530" y="4233624"/>
            <a:ext cx="3224270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Implemented DOM-based rendering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9437332" y="5362451"/>
            <a:ext cx="3849672" cy="1700946"/>
          </a:xfrm>
          <a:custGeom>
            <a:avLst/>
            <a:gdLst/>
            <a:ahLst/>
            <a:cxnLst/>
            <a:rect r="r" b="b" t="t" l="l"/>
            <a:pathLst>
              <a:path h="1700946" w="3849672">
                <a:moveTo>
                  <a:pt x="0" y="0"/>
                </a:moveTo>
                <a:lnTo>
                  <a:pt x="3849672" y="0"/>
                </a:lnTo>
                <a:lnTo>
                  <a:pt x="3849672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94" r="0" b="-294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807302" y="5598986"/>
            <a:ext cx="3224117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No-Reload Navigation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07302" y="6116136"/>
            <a:ext cx="3224117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Used History API for routing</a:t>
            </a:r>
          </a:p>
        </p:txBody>
      </p:sp>
      <p:sp>
        <p:nvSpPr>
          <p:cNvPr name="Freeform 34" id="34" descr="preencoded.png"/>
          <p:cNvSpPr/>
          <p:nvPr/>
        </p:nvSpPr>
        <p:spPr>
          <a:xfrm flipH="false" flipV="false" rot="0">
            <a:off x="13468569" y="5362451"/>
            <a:ext cx="3849824" cy="1700946"/>
          </a:xfrm>
          <a:custGeom>
            <a:avLst/>
            <a:gdLst/>
            <a:ahLst/>
            <a:cxnLst/>
            <a:rect r="r" b="b" t="t" l="l"/>
            <a:pathLst>
              <a:path h="1700946" w="3849824">
                <a:moveTo>
                  <a:pt x="0" y="0"/>
                </a:moveTo>
                <a:lnTo>
                  <a:pt x="3849824" y="0"/>
                </a:lnTo>
                <a:lnTo>
                  <a:pt x="3849824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96" r="0" b="-296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838530" y="5598986"/>
            <a:ext cx="3224270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Code Organization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38530" y="6116136"/>
            <a:ext cx="3224270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Structured HTML/CSS/JS for maintainability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8097"/>
            <a:ext cx="16315868" cy="56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Conclusion &amp; Internship Journey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1390" y="1564215"/>
            <a:ext cx="19069" cy="4914424"/>
            <a:chOff x="0" y="0"/>
            <a:chExt cx="25425" cy="6552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6552565"/>
            </a:xfrm>
            <a:custGeom>
              <a:avLst/>
              <a:gdLst/>
              <a:ahLst/>
              <a:cxnLst/>
              <a:rect r="r" b="b" t="t" l="l"/>
              <a:pathLst>
                <a:path h="6552565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6539865"/>
                  </a:lnTo>
                  <a:cubicBezTo>
                    <a:pt x="25400" y="6546850"/>
                    <a:pt x="19685" y="6552565"/>
                    <a:pt x="12700" y="6552565"/>
                  </a:cubicBezTo>
                  <a:cubicBezTo>
                    <a:pt x="5715" y="6552565"/>
                    <a:pt x="0" y="6546850"/>
                    <a:pt x="0" y="6539865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45017" y="1752333"/>
            <a:ext cx="527247" cy="19069"/>
            <a:chOff x="0" y="0"/>
            <a:chExt cx="702996" cy="254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2945" cy="25400"/>
            </a:xfrm>
            <a:custGeom>
              <a:avLst/>
              <a:gdLst/>
              <a:ahLst/>
              <a:cxnLst/>
              <a:rect r="r" b="b" t="t" l="l"/>
              <a:pathLst>
                <a:path h="25400" w="70294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90245" y="0"/>
                  </a:lnTo>
                  <a:cubicBezTo>
                    <a:pt x="697230" y="0"/>
                    <a:pt x="702945" y="5715"/>
                    <a:pt x="702945" y="12700"/>
                  </a:cubicBezTo>
                  <a:cubicBezTo>
                    <a:pt x="702945" y="19685"/>
                    <a:pt x="697230" y="25400"/>
                    <a:pt x="69024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53205" y="1564215"/>
            <a:ext cx="395440" cy="395449"/>
            <a:chOff x="0" y="0"/>
            <a:chExt cx="527253" cy="5272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7304" cy="527304"/>
            </a:xfrm>
            <a:custGeom>
              <a:avLst/>
              <a:gdLst/>
              <a:ahLst/>
              <a:cxnLst/>
              <a:rect r="r" b="b" t="t" l="l"/>
              <a:pathLst>
                <a:path h="527304" w="527304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92125" y="0"/>
                  </a:lnTo>
                  <a:cubicBezTo>
                    <a:pt x="511556" y="0"/>
                    <a:pt x="527304" y="15748"/>
                    <a:pt x="527304" y="35179"/>
                  </a:cubicBezTo>
                  <a:lnTo>
                    <a:pt x="527304" y="492125"/>
                  </a:lnTo>
                  <a:cubicBezTo>
                    <a:pt x="527304" y="511556"/>
                    <a:pt x="511556" y="527304"/>
                    <a:pt x="492125" y="527304"/>
                  </a:cubicBezTo>
                  <a:lnTo>
                    <a:pt x="35179" y="527304"/>
                  </a:lnTo>
                  <a:cubicBezTo>
                    <a:pt x="15748" y="527304"/>
                    <a:pt x="0" y="511556"/>
                    <a:pt x="0" y="49212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9032" y="1597057"/>
            <a:ext cx="263623" cy="329613"/>
            <a:chOff x="0" y="0"/>
            <a:chExt cx="351498" cy="4394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1501" cy="439485"/>
            </a:xfrm>
            <a:custGeom>
              <a:avLst/>
              <a:gdLst/>
              <a:ahLst/>
              <a:cxnLst/>
              <a:rect r="r" b="b" t="t" l="l"/>
              <a:pathLst>
                <a:path h="439485" w="351501">
                  <a:moveTo>
                    <a:pt x="0" y="0"/>
                  </a:moveTo>
                  <a:lnTo>
                    <a:pt x="351501" y="0"/>
                  </a:lnTo>
                  <a:lnTo>
                    <a:pt x="351501" y="439485"/>
                  </a:lnTo>
                  <a:lnTo>
                    <a:pt x="0" y="439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9" t="0" r="-11041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51498" cy="43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2991" y="1624536"/>
            <a:ext cx="7279034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54"/>
              </a:lnSpc>
            </a:pPr>
            <a:r>
              <a:rPr lang="en-US" sz="172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Week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1954759"/>
            <a:ext cx="7279034" cy="23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Static Webpage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9576" y="2673258"/>
            <a:ext cx="527247" cy="19069"/>
            <a:chOff x="0" y="0"/>
            <a:chExt cx="702996" cy="25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945" cy="25400"/>
            </a:xfrm>
            <a:custGeom>
              <a:avLst/>
              <a:gdLst/>
              <a:ahLst/>
              <a:cxnLst/>
              <a:rect r="r" b="b" t="t" l="l"/>
              <a:pathLst>
                <a:path h="25400" w="70294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90245" y="0"/>
                  </a:lnTo>
                  <a:cubicBezTo>
                    <a:pt x="697230" y="0"/>
                    <a:pt x="702945" y="5715"/>
                    <a:pt x="702945" y="12700"/>
                  </a:cubicBezTo>
                  <a:cubicBezTo>
                    <a:pt x="702945" y="19685"/>
                    <a:pt x="697230" y="25400"/>
                    <a:pt x="69024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953205" y="2485139"/>
            <a:ext cx="395440" cy="395449"/>
            <a:chOff x="0" y="0"/>
            <a:chExt cx="527253" cy="5272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7304" cy="527304"/>
            </a:xfrm>
            <a:custGeom>
              <a:avLst/>
              <a:gdLst/>
              <a:ahLst/>
              <a:cxnLst/>
              <a:rect r="r" b="b" t="t" l="l"/>
              <a:pathLst>
                <a:path h="527304" w="527304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92125" y="0"/>
                  </a:lnTo>
                  <a:cubicBezTo>
                    <a:pt x="511556" y="0"/>
                    <a:pt x="527304" y="15748"/>
                    <a:pt x="527304" y="35179"/>
                  </a:cubicBezTo>
                  <a:lnTo>
                    <a:pt x="527304" y="492125"/>
                  </a:lnTo>
                  <a:cubicBezTo>
                    <a:pt x="527304" y="511556"/>
                    <a:pt x="511556" y="527304"/>
                    <a:pt x="492125" y="527304"/>
                  </a:cubicBezTo>
                  <a:lnTo>
                    <a:pt x="35179" y="527304"/>
                  </a:lnTo>
                  <a:cubicBezTo>
                    <a:pt x="15748" y="527304"/>
                    <a:pt x="0" y="511556"/>
                    <a:pt x="0" y="49212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019032" y="2517981"/>
            <a:ext cx="263623" cy="329613"/>
            <a:chOff x="0" y="0"/>
            <a:chExt cx="351498" cy="4394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1501" cy="439485"/>
            </a:xfrm>
            <a:custGeom>
              <a:avLst/>
              <a:gdLst/>
              <a:ahLst/>
              <a:cxnLst/>
              <a:rect r="r" b="b" t="t" l="l"/>
              <a:pathLst>
                <a:path h="439485" w="351501">
                  <a:moveTo>
                    <a:pt x="0" y="0"/>
                  </a:moveTo>
                  <a:lnTo>
                    <a:pt x="351501" y="0"/>
                  </a:lnTo>
                  <a:lnTo>
                    <a:pt x="351501" y="439485"/>
                  </a:lnTo>
                  <a:lnTo>
                    <a:pt x="0" y="439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9" t="0" r="-11041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51498" cy="43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029825" y="2545461"/>
            <a:ext cx="7279034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Week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29825" y="2875674"/>
            <a:ext cx="7279034" cy="23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Responsive Design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45017" y="3515392"/>
            <a:ext cx="527247" cy="19069"/>
            <a:chOff x="0" y="0"/>
            <a:chExt cx="702996" cy="254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2945" cy="25400"/>
            </a:xfrm>
            <a:custGeom>
              <a:avLst/>
              <a:gdLst/>
              <a:ahLst/>
              <a:cxnLst/>
              <a:rect r="r" b="b" t="t" l="l"/>
              <a:pathLst>
                <a:path h="25400" w="70294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90245" y="0"/>
                  </a:lnTo>
                  <a:cubicBezTo>
                    <a:pt x="697230" y="0"/>
                    <a:pt x="702945" y="5715"/>
                    <a:pt x="702945" y="12700"/>
                  </a:cubicBezTo>
                  <a:cubicBezTo>
                    <a:pt x="702945" y="19685"/>
                    <a:pt x="697230" y="25400"/>
                    <a:pt x="69024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953205" y="3327273"/>
            <a:ext cx="395440" cy="395449"/>
            <a:chOff x="0" y="0"/>
            <a:chExt cx="527253" cy="5272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7304" cy="527304"/>
            </a:xfrm>
            <a:custGeom>
              <a:avLst/>
              <a:gdLst/>
              <a:ahLst/>
              <a:cxnLst/>
              <a:rect r="r" b="b" t="t" l="l"/>
              <a:pathLst>
                <a:path h="527304" w="527304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92125" y="0"/>
                  </a:lnTo>
                  <a:cubicBezTo>
                    <a:pt x="511556" y="0"/>
                    <a:pt x="527304" y="15748"/>
                    <a:pt x="527304" y="35179"/>
                  </a:cubicBezTo>
                  <a:lnTo>
                    <a:pt x="527304" y="492125"/>
                  </a:lnTo>
                  <a:cubicBezTo>
                    <a:pt x="527304" y="511556"/>
                    <a:pt x="511556" y="527304"/>
                    <a:pt x="492125" y="527304"/>
                  </a:cubicBezTo>
                  <a:lnTo>
                    <a:pt x="35179" y="527304"/>
                  </a:lnTo>
                  <a:cubicBezTo>
                    <a:pt x="15748" y="527304"/>
                    <a:pt x="0" y="511556"/>
                    <a:pt x="0" y="49212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019032" y="3360115"/>
            <a:ext cx="263623" cy="329613"/>
            <a:chOff x="0" y="0"/>
            <a:chExt cx="351498" cy="4394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1501" cy="439485"/>
            </a:xfrm>
            <a:custGeom>
              <a:avLst/>
              <a:gdLst/>
              <a:ahLst/>
              <a:cxnLst/>
              <a:rect r="r" b="b" t="t" l="l"/>
              <a:pathLst>
                <a:path h="439485" w="351501">
                  <a:moveTo>
                    <a:pt x="0" y="0"/>
                  </a:moveTo>
                  <a:lnTo>
                    <a:pt x="351501" y="0"/>
                  </a:lnTo>
                  <a:lnTo>
                    <a:pt x="351501" y="439485"/>
                  </a:lnTo>
                  <a:lnTo>
                    <a:pt x="0" y="439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9" t="0" r="-11041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51498" cy="43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2991" y="3387595"/>
            <a:ext cx="7279034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54"/>
              </a:lnSpc>
            </a:pPr>
            <a:r>
              <a:rPr lang="en-US" sz="172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Week 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991" y="3717808"/>
            <a:ext cx="7279034" cy="23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JS Interactivity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9576" y="4357668"/>
            <a:ext cx="527247" cy="19069"/>
            <a:chOff x="0" y="0"/>
            <a:chExt cx="702996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2945" cy="25400"/>
            </a:xfrm>
            <a:custGeom>
              <a:avLst/>
              <a:gdLst/>
              <a:ahLst/>
              <a:cxnLst/>
              <a:rect r="r" b="b" t="t" l="l"/>
              <a:pathLst>
                <a:path h="25400" w="70294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90245" y="0"/>
                  </a:lnTo>
                  <a:cubicBezTo>
                    <a:pt x="697230" y="0"/>
                    <a:pt x="702945" y="5715"/>
                    <a:pt x="702945" y="12700"/>
                  </a:cubicBezTo>
                  <a:cubicBezTo>
                    <a:pt x="702945" y="19685"/>
                    <a:pt x="697230" y="25400"/>
                    <a:pt x="69024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53205" y="4169550"/>
            <a:ext cx="395440" cy="395449"/>
            <a:chOff x="0" y="0"/>
            <a:chExt cx="527253" cy="5272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7304" cy="527304"/>
            </a:xfrm>
            <a:custGeom>
              <a:avLst/>
              <a:gdLst/>
              <a:ahLst/>
              <a:cxnLst/>
              <a:rect r="r" b="b" t="t" l="l"/>
              <a:pathLst>
                <a:path h="527304" w="527304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92125" y="0"/>
                  </a:lnTo>
                  <a:cubicBezTo>
                    <a:pt x="511556" y="0"/>
                    <a:pt x="527304" y="15748"/>
                    <a:pt x="527304" y="35179"/>
                  </a:cubicBezTo>
                  <a:lnTo>
                    <a:pt x="527304" y="492125"/>
                  </a:lnTo>
                  <a:cubicBezTo>
                    <a:pt x="527304" y="511556"/>
                    <a:pt x="511556" y="527304"/>
                    <a:pt x="492125" y="527304"/>
                  </a:cubicBezTo>
                  <a:lnTo>
                    <a:pt x="35179" y="527304"/>
                  </a:lnTo>
                  <a:cubicBezTo>
                    <a:pt x="15748" y="527304"/>
                    <a:pt x="0" y="511556"/>
                    <a:pt x="0" y="49212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019032" y="4202392"/>
            <a:ext cx="263623" cy="329613"/>
            <a:chOff x="0" y="0"/>
            <a:chExt cx="351498" cy="4394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1501" cy="439485"/>
            </a:xfrm>
            <a:custGeom>
              <a:avLst/>
              <a:gdLst/>
              <a:ahLst/>
              <a:cxnLst/>
              <a:rect r="r" b="b" t="t" l="l"/>
              <a:pathLst>
                <a:path h="439485" w="351501">
                  <a:moveTo>
                    <a:pt x="0" y="0"/>
                  </a:moveTo>
                  <a:lnTo>
                    <a:pt x="351501" y="0"/>
                  </a:lnTo>
                  <a:lnTo>
                    <a:pt x="351501" y="439485"/>
                  </a:lnTo>
                  <a:lnTo>
                    <a:pt x="0" y="439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9" t="0" r="-11041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51498" cy="43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029825" y="4229872"/>
            <a:ext cx="7279034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Week 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29825" y="4560094"/>
            <a:ext cx="7279034" cy="23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Performance &amp; Accessibility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445017" y="5199955"/>
            <a:ext cx="527247" cy="19069"/>
            <a:chOff x="0" y="0"/>
            <a:chExt cx="702996" cy="254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2945" cy="25400"/>
            </a:xfrm>
            <a:custGeom>
              <a:avLst/>
              <a:gdLst/>
              <a:ahLst/>
              <a:cxnLst/>
              <a:rect r="r" b="b" t="t" l="l"/>
              <a:pathLst>
                <a:path h="25400" w="70294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90245" y="0"/>
                  </a:lnTo>
                  <a:cubicBezTo>
                    <a:pt x="697230" y="0"/>
                    <a:pt x="702945" y="5715"/>
                    <a:pt x="702945" y="12700"/>
                  </a:cubicBezTo>
                  <a:cubicBezTo>
                    <a:pt x="702945" y="19685"/>
                    <a:pt x="697230" y="25400"/>
                    <a:pt x="69024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53205" y="5011836"/>
            <a:ext cx="395440" cy="395449"/>
            <a:chOff x="0" y="0"/>
            <a:chExt cx="527253" cy="52726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7304" cy="527304"/>
            </a:xfrm>
            <a:custGeom>
              <a:avLst/>
              <a:gdLst/>
              <a:ahLst/>
              <a:cxnLst/>
              <a:rect r="r" b="b" t="t" l="l"/>
              <a:pathLst>
                <a:path h="527304" w="527304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92125" y="0"/>
                  </a:lnTo>
                  <a:cubicBezTo>
                    <a:pt x="511556" y="0"/>
                    <a:pt x="527304" y="15748"/>
                    <a:pt x="527304" y="35179"/>
                  </a:cubicBezTo>
                  <a:lnTo>
                    <a:pt x="527304" y="492125"/>
                  </a:lnTo>
                  <a:cubicBezTo>
                    <a:pt x="527304" y="511556"/>
                    <a:pt x="511556" y="527304"/>
                    <a:pt x="492125" y="527304"/>
                  </a:cubicBezTo>
                  <a:lnTo>
                    <a:pt x="35179" y="527304"/>
                  </a:lnTo>
                  <a:cubicBezTo>
                    <a:pt x="15748" y="527304"/>
                    <a:pt x="0" y="511556"/>
                    <a:pt x="0" y="492125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19032" y="5044678"/>
            <a:ext cx="263623" cy="329613"/>
            <a:chOff x="0" y="0"/>
            <a:chExt cx="351498" cy="4394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1501" cy="439485"/>
            </a:xfrm>
            <a:custGeom>
              <a:avLst/>
              <a:gdLst/>
              <a:ahLst/>
              <a:cxnLst/>
              <a:rect r="r" b="b" t="t" l="l"/>
              <a:pathLst>
                <a:path h="439485" w="351501">
                  <a:moveTo>
                    <a:pt x="0" y="0"/>
                  </a:moveTo>
                  <a:lnTo>
                    <a:pt x="351501" y="0"/>
                  </a:lnTo>
                  <a:lnTo>
                    <a:pt x="351501" y="439485"/>
                  </a:lnTo>
                  <a:lnTo>
                    <a:pt x="0" y="439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9" t="0" r="-11041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51498" cy="43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92991" y="5072158"/>
            <a:ext cx="7279034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54"/>
              </a:lnSpc>
            </a:pPr>
            <a:r>
              <a:rPr lang="en-US" sz="1726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Week 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2991" y="5402370"/>
            <a:ext cx="7279034" cy="23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SPA Development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2991" y="6591548"/>
            <a:ext cx="16315868" cy="103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4698" indent="-122349" lvl="1">
              <a:lnSpc>
                <a:spcPts val="1750"/>
              </a:lnSpc>
              <a:buFont typeface="Arial"/>
              <a:buChar char="•"/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Gained practical frontend development experience across the full stack of web fundamentals</a:t>
            </a:r>
          </a:p>
          <a:p>
            <a:pPr algn="l" marL="244698" indent="-122349" lvl="1">
              <a:lnSpc>
                <a:spcPts val="1750"/>
              </a:lnSpc>
              <a:buFont typeface="Arial"/>
              <a:buChar char="•"/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Built responsive and interactive webpages from scratch using only Vanilla JS</a:t>
            </a:r>
          </a:p>
          <a:p>
            <a:pPr algn="l" marL="244698" indent="-122349" lvl="1">
              <a:lnSpc>
                <a:spcPts val="1750"/>
              </a:lnSpc>
              <a:buFont typeface="Arial"/>
              <a:buChar char="•"/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Mastered DOM manipulation, client-side routing, and SPA concepts</a:t>
            </a:r>
          </a:p>
          <a:p>
            <a:pPr algn="l" marL="244698" indent="-122349" lvl="1">
              <a:lnSpc>
                <a:spcPts val="1750"/>
              </a:lnSpc>
              <a:buFont typeface="Arial"/>
              <a:buChar char="•"/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Strengthened debugging, testing, and problem-solving skills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56614" y="7860706"/>
            <a:ext cx="16052235" cy="15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Abhay Pratap Singh · B.Tech – Computer Science / Data Science</a:t>
            </a:r>
          </a:p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CS-23411052</a:t>
            </a:r>
          </a:p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IILM UNIVERSITY</a:t>
            </a:r>
          </a:p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GREATER NOIDA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2991" y="7747797"/>
            <a:ext cx="19069" cy="1750095"/>
            <a:chOff x="0" y="0"/>
            <a:chExt cx="25425" cy="23334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400" cy="2333498"/>
            </a:xfrm>
            <a:custGeom>
              <a:avLst/>
              <a:gdLst/>
              <a:ahLst/>
              <a:cxnLst/>
              <a:rect r="r" b="b" t="t" l="l"/>
              <a:pathLst>
                <a:path h="233349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2320798"/>
                  </a:lnTo>
                  <a:cubicBezTo>
                    <a:pt x="25400" y="2327783"/>
                    <a:pt x="19685" y="2333498"/>
                    <a:pt x="12700" y="2333498"/>
                  </a:cubicBezTo>
                  <a:cubicBezTo>
                    <a:pt x="5715" y="2333498"/>
                    <a:pt x="0" y="2327783"/>
                    <a:pt x="0" y="232079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DAHUxsvpsn0</dc:identifier>
  <dcterms:modified xsi:type="dcterms:W3CDTF">2011-08-01T06:04:30Z</dcterms:modified>
  <cp:revision>1</cp:revision>
</cp:coreProperties>
</file>